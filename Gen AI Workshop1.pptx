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League Spartan" charset="1" panose="0000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0981" y="7817285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99358" y="3773503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55035" y="-442015"/>
            <a:ext cx="3869203" cy="6021072"/>
          </a:xfrm>
          <a:custGeom>
            <a:avLst/>
            <a:gdLst/>
            <a:ahLst/>
            <a:cxnLst/>
            <a:rect r="r" b="b" t="t" l="l"/>
            <a:pathLst>
              <a:path h="6021072" w="3869203">
                <a:moveTo>
                  <a:pt x="3869203" y="6021072"/>
                </a:moveTo>
                <a:lnTo>
                  <a:pt x="0" y="6021072"/>
                </a:lnTo>
                <a:lnTo>
                  <a:pt x="0" y="0"/>
                </a:lnTo>
                <a:lnTo>
                  <a:pt x="3869203" y="0"/>
                </a:lnTo>
                <a:lnTo>
                  <a:pt x="3869203" y="60210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9337065" y="7876373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4605965" y="1401490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588205" y="-41581"/>
            <a:ext cx="8832499" cy="10394475"/>
          </a:xfrm>
          <a:custGeom>
            <a:avLst/>
            <a:gdLst/>
            <a:ahLst/>
            <a:cxnLst/>
            <a:rect r="r" b="b" t="t" l="l"/>
            <a:pathLst>
              <a:path h="10394475" w="8832499">
                <a:moveTo>
                  <a:pt x="0" y="0"/>
                </a:moveTo>
                <a:lnTo>
                  <a:pt x="8832499" y="0"/>
                </a:lnTo>
                <a:lnTo>
                  <a:pt x="8832499" y="10394475"/>
                </a:lnTo>
                <a:lnTo>
                  <a:pt x="0" y="10394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768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76904" y="2702969"/>
            <a:ext cx="8072855" cy="49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6477">
                <a:solidFill>
                  <a:srgbClr val="E9AA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MULTIMODAL RAG WORKSHOP:</a:t>
            </a:r>
            <a:r>
              <a:rPr lang="en-US" sz="6477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BUILD AN AI THAT SEES, THINKS &amp; EXPLAINS!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DAG4zHVzwr4</dc:identifier>
  <dcterms:modified xsi:type="dcterms:W3CDTF">2011-08-01T06:04:30Z</dcterms:modified>
  <cp:revision>1</cp:revision>
  <dc:title>AI in the World of Energy</dc:title>
</cp:coreProperties>
</file>